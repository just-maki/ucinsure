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7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230368" y="146304"/>
            <a:ext cx="1737360" cy="40233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🚀  Start</a:t>
            </a:r>
          </a:p>
        </p:txBody>
      </p:sp>
      <p:sp>
        <p:nvSpPr>
          <p:cNvPr id="3" name="Diamond 2"/>
          <p:cNvSpPr/>
          <p:nvPr/>
        </p:nvSpPr>
        <p:spPr>
          <a:xfrm>
            <a:off x="5344668" y="676656"/>
            <a:ext cx="1508760" cy="530352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How to
Provide Data?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9048" y="548640"/>
            <a:ext cx="0" cy="128016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624328" y="1325880"/>
            <a:ext cx="182880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Upload
CSV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4648" y="1325880"/>
            <a:ext cx="182880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Manual
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44967" y="1325880"/>
            <a:ext cx="182880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Refresh
Dataset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453128" y="941832"/>
            <a:ext cx="891540" cy="384048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" y="1207008"/>
            <a:ext cx="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3428" y="941832"/>
            <a:ext cx="891539" cy="384048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44668" y="1865376"/>
            <a:ext cx="1508760" cy="530352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Data
Valid?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38728" y="1746504"/>
            <a:ext cx="256032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8" y="1746504"/>
            <a:ext cx="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99048" y="1746504"/>
            <a:ext cx="2560319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0" y="1920240"/>
            <a:ext cx="1828800" cy="420624"/>
          </a:xfrm>
          <a:prstGeom prst="roundRect">
            <a:avLst/>
          </a:prstGeom>
          <a:solidFill>
            <a:srgbClr val="FFD9D9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⚠  Validation Error
Review &amp; Fix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3428" y="2130552"/>
            <a:ext cx="2473452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24394" y="184708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0241280" y="941832"/>
            <a:ext cx="0" cy="978408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53428" y="941832"/>
            <a:ext cx="3387852" cy="0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195559" y="14081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retry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6008" y="2514600"/>
            <a:ext cx="292608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Preprocess &amp; Feature Engineering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2395728"/>
            <a:ext cx="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07607" y="232714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24" name="Diamond 23"/>
          <p:cNvSpPr/>
          <p:nvPr/>
        </p:nvSpPr>
        <p:spPr>
          <a:xfrm>
            <a:off x="5344668" y="3054096"/>
            <a:ext cx="1508760" cy="530352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Train
Models?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8" y="2935224"/>
            <a:ext cx="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509759" y="3118103"/>
            <a:ext cx="1463040" cy="402336"/>
          </a:xfrm>
          <a:prstGeom prst="ellipse">
            <a:avLst/>
          </a:prstGeom>
          <a:solidFill>
            <a:srgbClr val="FFD9D9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🔚  Exit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3428" y="3319272"/>
            <a:ext cx="2656331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5833" y="30358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6008" y="3703320"/>
            <a:ext cx="2926080" cy="420624"/>
          </a:xfrm>
          <a:prstGeom prst="roundRect">
            <a:avLst/>
          </a:prstGeom>
          <a:solidFill>
            <a:srgbClr val="E8D5F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Run Model Training
Random Forest  ·  Mean Score  ·  Frequency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9048" y="3584448"/>
            <a:ext cx="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07607" y="35158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32" name="Diamond 31"/>
          <p:cNvSpPr/>
          <p:nvPr/>
        </p:nvSpPr>
        <p:spPr>
          <a:xfrm>
            <a:off x="5344668" y="4242816"/>
            <a:ext cx="1508760" cy="530352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Metrics
Review?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9048" y="4123944"/>
            <a:ext cx="0" cy="118872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645919" y="4297679"/>
            <a:ext cx="182880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Best Model
Auto-selected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474720" y="4507992"/>
            <a:ext cx="1869948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43933" y="422452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Auto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4297679"/>
            <a:ext cx="182880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View &amp; Select
Best Metrics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3428" y="4507992"/>
            <a:ext cx="2473452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24394" y="422452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Manual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60320" y="4718304"/>
            <a:ext cx="3172968" cy="173736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464808" y="4718304"/>
            <a:ext cx="3776472" cy="173736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636008" y="4892040"/>
            <a:ext cx="2926080" cy="420624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Enter Input &amp; Run Prediction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1688" y="5486400"/>
            <a:ext cx="3474720" cy="420624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🎯  Risk Level:  Low  ·  Medium  ·  High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9048" y="5312664"/>
            <a:ext cx="0" cy="173736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86968" y="6080759"/>
            <a:ext cx="2011680" cy="420624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Prediction
Explanation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21608" y="6080759"/>
            <a:ext cx="2011680" cy="420624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Scenario
Simulation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64808" y="6080759"/>
            <a:ext cx="2011680" cy="420624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Comparison
Report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9448" y="6080759"/>
            <a:ext cx="2011680" cy="420624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22222"/>
                </a:solidFill>
              </a:rPr>
              <a:t>✅  Done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9048" y="5907024"/>
            <a:ext cx="0" cy="86868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92808" y="5993892"/>
            <a:ext cx="8412480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892808" y="5993892"/>
            <a:ext cx="0" cy="86867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27448" y="5993892"/>
            <a:ext cx="0" cy="86867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70648" y="5993892"/>
            <a:ext cx="0" cy="86867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305288" y="5993892"/>
            <a:ext cx="0" cy="86867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49808" y="6291072"/>
            <a:ext cx="137160" cy="0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49808" y="5102352"/>
            <a:ext cx="0" cy="1188720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49808" y="5102352"/>
            <a:ext cx="3886200" cy="0"/>
          </a:xfrm>
          <a:prstGeom prst="line">
            <a:avLst/>
          </a:prstGeom>
          <a:ln w="1524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-27431" y="556869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↺ new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Mishra, Nishant</cp:lastModifiedBy>
  <cp:revision>1</cp:revision>
  <dcterms:created xsi:type="dcterms:W3CDTF">2013-01-27T09:14:16Z</dcterms:created>
  <dcterms:modified xsi:type="dcterms:W3CDTF">2026-04-27T00:48:49Z</dcterms:modified>
  <cp:category/>
</cp:coreProperties>
</file>