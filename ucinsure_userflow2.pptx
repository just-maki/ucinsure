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 snapToObjects="1">
      <p:cViewPr varScale="1">
        <p:scale>
          <a:sx n="113" d="100"/>
          <a:sy n="113" d="100"/>
        </p:scale>
        <p:origin x="71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663440" y="182879"/>
            <a:ext cx="1645920" cy="402336"/>
          </a:xfrm>
          <a:prstGeom prst="ellipse">
            <a:avLst/>
          </a:prstGeom>
          <a:solidFill>
            <a:srgbClr val="2E86AB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222222"/>
                </a:solidFill>
              </a:rPr>
              <a:t>🚀  Start</a:t>
            </a:r>
          </a:p>
        </p:txBody>
      </p:sp>
      <p:sp>
        <p:nvSpPr>
          <p:cNvPr id="3" name="Diamond 2"/>
          <p:cNvSpPr/>
          <p:nvPr/>
        </p:nvSpPr>
        <p:spPr>
          <a:xfrm>
            <a:off x="4732020" y="758951"/>
            <a:ext cx="1508760" cy="566928"/>
          </a:xfrm>
          <a:prstGeom prst="diamond">
            <a:avLst/>
          </a:prstGeom>
          <a:solidFill>
            <a:srgbClr val="FFF0CC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dirty="0">
                <a:solidFill>
                  <a:srgbClr val="222222"/>
                </a:solidFill>
              </a:rPr>
              <a:t>How to
Provide Data?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0" y="585216"/>
            <a:ext cx="0" cy="173735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240280" y="1472184"/>
            <a:ext cx="1737360" cy="45720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dirty="0">
                <a:solidFill>
                  <a:srgbClr val="222222"/>
                </a:solidFill>
              </a:rPr>
              <a:t>Upload
CSV 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472184"/>
            <a:ext cx="1737360" cy="45720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dirty="0">
                <a:solidFill>
                  <a:srgbClr val="222222"/>
                </a:solidFill>
              </a:rPr>
              <a:t>Manual
Entry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59" y="1472184"/>
            <a:ext cx="1737360" cy="45720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dirty="0">
                <a:solidFill>
                  <a:srgbClr val="222222"/>
                </a:solidFill>
              </a:rPr>
              <a:t>Refresh
Dataset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108960" y="1042415"/>
            <a:ext cx="1623060" cy="429769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1325880"/>
            <a:ext cx="0" cy="146304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240780" y="1042415"/>
            <a:ext cx="1623060" cy="429769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4732020" y="2075688"/>
            <a:ext cx="1508760" cy="566928"/>
          </a:xfrm>
          <a:prstGeom prst="diamond">
            <a:avLst/>
          </a:prstGeom>
          <a:solidFill>
            <a:srgbClr val="FFF0CC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dirty="0">
                <a:solidFill>
                  <a:srgbClr val="222222"/>
                </a:solidFill>
              </a:rPr>
              <a:t>Data
Valid?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08960" y="1929384"/>
            <a:ext cx="2377440" cy="146304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0" y="1929384"/>
            <a:ext cx="0" cy="146304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486400" y="1929384"/>
            <a:ext cx="2377440" cy="146304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79" y="2050062"/>
            <a:ext cx="2011680" cy="457200"/>
          </a:xfrm>
          <a:prstGeom prst="roundRect">
            <a:avLst/>
          </a:prstGeom>
          <a:solidFill>
            <a:srgbClr val="FFD9D9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dirty="0">
                <a:solidFill>
                  <a:srgbClr val="222222"/>
                </a:solidFill>
              </a:rPr>
              <a:t>⚠  Validation Errors
Review &amp; Fix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65589" y="2344927"/>
            <a:ext cx="2080260" cy="0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55014" y="2080067"/>
            <a:ext cx="34977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dirty="0">
                <a:solidFill>
                  <a:srgbClr val="555555"/>
                </a:solidFill>
              </a:rPr>
              <a:t>No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670755" y="961925"/>
            <a:ext cx="0" cy="1088137"/>
          </a:xfrm>
          <a:prstGeom prst="line">
            <a:avLst/>
          </a:prstGeom>
          <a:ln w="1524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659749" y="961925"/>
            <a:ext cx="3086100" cy="0"/>
          </a:xfrm>
          <a:prstGeom prst="line">
            <a:avLst/>
          </a:prstGeom>
          <a:ln w="1524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07584" y="1419126"/>
            <a:ext cx="46519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dirty="0">
                <a:solidFill>
                  <a:srgbClr val="555555"/>
                </a:solidFill>
              </a:rPr>
              <a:t>retry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15149" y="2156967"/>
            <a:ext cx="2926080" cy="45720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22222"/>
                </a:solidFill>
              </a:rPr>
              <a:t>Preprocess &amp; Feature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372" y="2088895"/>
            <a:ext cx="37863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dirty="0">
                <a:solidFill>
                  <a:srgbClr val="555555"/>
                </a:solidFill>
              </a:rPr>
              <a:t>Yes</a:t>
            </a:r>
          </a:p>
        </p:txBody>
      </p:sp>
      <p:sp>
        <p:nvSpPr>
          <p:cNvPr id="24" name="Diamond 23"/>
          <p:cNvSpPr/>
          <p:nvPr/>
        </p:nvSpPr>
        <p:spPr>
          <a:xfrm>
            <a:off x="7475218" y="2816686"/>
            <a:ext cx="1508760" cy="566928"/>
          </a:xfrm>
          <a:prstGeom prst="diamond">
            <a:avLst/>
          </a:prstGeom>
          <a:solidFill>
            <a:srgbClr val="FFF0CC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dirty="0">
                <a:solidFill>
                  <a:srgbClr val="222222"/>
                </a:solidFill>
              </a:rPr>
              <a:t>Train
Models?</a:t>
            </a:r>
          </a:p>
        </p:txBody>
      </p:sp>
      <p:cxnSp>
        <p:nvCxnSpPr>
          <p:cNvPr id="25" name="Connector 24"/>
          <p:cNvCxnSpPr>
            <a:cxnSpLocks/>
          </p:cNvCxnSpPr>
          <p:nvPr/>
        </p:nvCxnSpPr>
        <p:spPr>
          <a:xfrm>
            <a:off x="8207020" y="2614167"/>
            <a:ext cx="0" cy="202519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201736" y="2908127"/>
            <a:ext cx="1099204" cy="402336"/>
          </a:xfrm>
          <a:prstGeom prst="ellipse">
            <a:avLst/>
          </a:prstGeom>
          <a:solidFill>
            <a:srgbClr val="FFD9D9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22222"/>
                </a:solidFill>
              </a:rPr>
              <a:t>🔚  Exit</a:t>
            </a:r>
          </a:p>
        </p:txBody>
      </p:sp>
      <p:cxnSp>
        <p:nvCxnSpPr>
          <p:cNvPr id="27" name="Connector 26"/>
          <p:cNvCxnSpPr>
            <a:cxnSpLocks/>
          </p:cNvCxnSpPr>
          <p:nvPr/>
        </p:nvCxnSpPr>
        <p:spPr>
          <a:xfrm>
            <a:off x="8983978" y="3100150"/>
            <a:ext cx="205175" cy="9145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934256" y="2828416"/>
            <a:ext cx="34977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dirty="0">
                <a:solidFill>
                  <a:srgbClr val="555555"/>
                </a:solidFill>
              </a:rPr>
              <a:t>No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23360" y="2875166"/>
            <a:ext cx="2926080" cy="457200"/>
          </a:xfrm>
          <a:prstGeom prst="roundRect">
            <a:avLst/>
          </a:prstGeom>
          <a:solidFill>
            <a:srgbClr val="E8D5F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22222"/>
                </a:solidFill>
              </a:rPr>
              <a:t>Run Model Training
Random Forest  ·  Mean Score  ·  Frequency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0917" y="2823041"/>
            <a:ext cx="37863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dirty="0">
                <a:solidFill>
                  <a:srgbClr val="555555"/>
                </a:solidFill>
              </a:rPr>
              <a:t>Yes</a:t>
            </a:r>
          </a:p>
        </p:txBody>
      </p:sp>
      <p:sp>
        <p:nvSpPr>
          <p:cNvPr id="32" name="Diamond 31"/>
          <p:cNvSpPr/>
          <p:nvPr/>
        </p:nvSpPr>
        <p:spPr>
          <a:xfrm>
            <a:off x="4732020" y="3478670"/>
            <a:ext cx="1508760" cy="566928"/>
          </a:xfrm>
          <a:prstGeom prst="diamond">
            <a:avLst/>
          </a:prstGeom>
          <a:solidFill>
            <a:srgbClr val="FFF0CC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22222"/>
                </a:solidFill>
              </a:rPr>
              <a:t>Metrics
Review?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0" y="3332366"/>
            <a:ext cx="0" cy="146304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05840" y="3623846"/>
            <a:ext cx="2011680" cy="45720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22222"/>
                </a:solidFill>
              </a:rPr>
              <a:t>Best Model
Auto-selected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3017520" y="3762134"/>
            <a:ext cx="1714500" cy="0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44579" y="3469526"/>
            <a:ext cx="46038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55555"/>
                </a:solidFill>
              </a:rPr>
              <a:t>Auto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3533534"/>
            <a:ext cx="2011680" cy="45720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22222"/>
                </a:solidFill>
              </a:rPr>
              <a:t>View &amp; Select
Best Metrics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240780" y="3762134"/>
            <a:ext cx="2080260" cy="0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971369" y="3469526"/>
            <a:ext cx="61907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55555"/>
                </a:solidFill>
              </a:rPr>
              <a:t>Manual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011680" y="4081046"/>
            <a:ext cx="3200400" cy="201168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cxnSpLocks/>
            <a:stCxn id="37" idx="2"/>
          </p:cNvCxnSpPr>
          <p:nvPr/>
        </p:nvCxnSpPr>
        <p:spPr>
          <a:xfrm flipH="1">
            <a:off x="5760720" y="3990734"/>
            <a:ext cx="3566160" cy="291480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023360" y="4282214"/>
            <a:ext cx="2926080" cy="45720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22222"/>
                </a:solidFill>
              </a:rPr>
              <a:t>Enter Input &amp; Predict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0" y="4940581"/>
            <a:ext cx="3291840" cy="457200"/>
          </a:xfrm>
          <a:prstGeom prst="roundRect">
            <a:avLst/>
          </a:prstGeom>
          <a:solidFill>
            <a:srgbClr val="D0F5E4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222222"/>
                </a:solidFill>
              </a:rPr>
              <a:t>🎯  Risk Level:  Low  ·  Medium  ·  High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86400" y="4739414"/>
            <a:ext cx="0" cy="201167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Diamond 44"/>
          <p:cNvSpPr/>
          <p:nvPr/>
        </p:nvSpPr>
        <p:spPr>
          <a:xfrm>
            <a:off x="4732020" y="5470933"/>
            <a:ext cx="1508760" cy="566928"/>
          </a:xfrm>
          <a:prstGeom prst="diamond">
            <a:avLst/>
          </a:prstGeom>
          <a:solidFill>
            <a:srgbClr val="FFF0CC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22222"/>
                </a:solidFill>
              </a:rPr>
              <a:t>What
Next?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486400" y="5399527"/>
            <a:ext cx="0" cy="75078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68679" y="6257318"/>
            <a:ext cx="1554480" cy="457200"/>
          </a:xfrm>
          <a:prstGeom prst="roundRect">
            <a:avLst/>
          </a:prstGeom>
          <a:solidFill>
            <a:srgbClr val="D0F5E4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22222"/>
                </a:solidFill>
              </a:rPr>
              <a:t>Prediction
Explanation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645919" y="6111013"/>
            <a:ext cx="0" cy="146305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3154679" y="6257318"/>
            <a:ext cx="1554480" cy="457200"/>
          </a:xfrm>
          <a:prstGeom prst="roundRect">
            <a:avLst/>
          </a:prstGeom>
          <a:solidFill>
            <a:srgbClr val="D0F5E4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22222"/>
                </a:solidFill>
              </a:rPr>
              <a:t>Scenario
Simulation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931920" y="6111013"/>
            <a:ext cx="0" cy="146305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263640" y="6257318"/>
            <a:ext cx="1554480" cy="457200"/>
          </a:xfrm>
          <a:prstGeom prst="roundRect">
            <a:avLst/>
          </a:prstGeom>
          <a:solidFill>
            <a:srgbClr val="D0F5E4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22222"/>
                </a:solidFill>
              </a:rPr>
              <a:t>Comparison
Report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040880" y="6111013"/>
            <a:ext cx="0" cy="146305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8549640" y="6257318"/>
            <a:ext cx="1554480" cy="457200"/>
          </a:xfrm>
          <a:prstGeom prst="roundRect">
            <a:avLst/>
          </a:prstGeom>
          <a:solidFill>
            <a:srgbClr val="2E86AB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22222"/>
                </a:solidFill>
              </a:rPr>
              <a:t>✅  Done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326880" y="6111013"/>
            <a:ext cx="0" cy="146305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>
            <a:cxnSpLocks/>
            <a:stCxn id="47" idx="0"/>
          </p:cNvCxnSpPr>
          <p:nvPr/>
        </p:nvCxnSpPr>
        <p:spPr>
          <a:xfrm flipV="1">
            <a:off x="1645919" y="4761990"/>
            <a:ext cx="0" cy="1495328"/>
          </a:xfrm>
          <a:prstGeom prst="line">
            <a:avLst/>
          </a:prstGeom>
          <a:ln w="1524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645919" y="4739414"/>
            <a:ext cx="2377441" cy="0"/>
          </a:xfrm>
          <a:prstGeom prst="line">
            <a:avLst/>
          </a:prstGeom>
          <a:ln w="1524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03838" y="5598950"/>
            <a:ext cx="76976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55555"/>
                </a:solidFill>
              </a:rPr>
              <a:t>new
prediction</a:t>
            </a:r>
          </a:p>
        </p:txBody>
      </p:sp>
      <p:cxnSp>
        <p:nvCxnSpPr>
          <p:cNvPr id="58" name="Connector 15">
            <a:extLst>
              <a:ext uri="{FF2B5EF4-FFF2-40B4-BE49-F238E27FC236}">
                <a16:creationId xmlns:a16="http://schemas.microsoft.com/office/drawing/2014/main" id="{97FCFF47-13DD-01D2-51D7-05BFA8A28710}"/>
              </a:ext>
            </a:extLst>
          </p:cNvPr>
          <p:cNvCxnSpPr>
            <a:cxnSpLocks/>
          </p:cNvCxnSpPr>
          <p:nvPr/>
        </p:nvCxnSpPr>
        <p:spPr>
          <a:xfrm>
            <a:off x="6252633" y="2359152"/>
            <a:ext cx="662516" cy="0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15">
            <a:extLst>
              <a:ext uri="{FF2B5EF4-FFF2-40B4-BE49-F238E27FC236}">
                <a16:creationId xmlns:a16="http://schemas.microsoft.com/office/drawing/2014/main" id="{65B35A14-66D2-CF55-95AF-DA6DC7D918F4}"/>
              </a:ext>
            </a:extLst>
          </p:cNvPr>
          <p:cNvCxnSpPr>
            <a:cxnSpLocks/>
          </p:cNvCxnSpPr>
          <p:nvPr/>
        </p:nvCxnSpPr>
        <p:spPr>
          <a:xfrm flipV="1">
            <a:off x="6967120" y="3100150"/>
            <a:ext cx="501706" cy="3616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37">
            <a:extLst>
              <a:ext uri="{FF2B5EF4-FFF2-40B4-BE49-F238E27FC236}">
                <a16:creationId xmlns:a16="http://schemas.microsoft.com/office/drawing/2014/main" id="{F94BD4BD-B1D1-1072-9159-D40819FCD418}"/>
              </a:ext>
            </a:extLst>
          </p:cNvPr>
          <p:cNvCxnSpPr>
            <a:cxnSpLocks/>
          </p:cNvCxnSpPr>
          <p:nvPr/>
        </p:nvCxnSpPr>
        <p:spPr>
          <a:xfrm>
            <a:off x="3920490" y="6111013"/>
            <a:ext cx="5406390" cy="0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45">
            <a:extLst>
              <a:ext uri="{FF2B5EF4-FFF2-40B4-BE49-F238E27FC236}">
                <a16:creationId xmlns:a16="http://schemas.microsoft.com/office/drawing/2014/main" id="{C7EFAB81-3D4A-3CC9-7BCD-FA8151501158}"/>
              </a:ext>
            </a:extLst>
          </p:cNvPr>
          <p:cNvCxnSpPr/>
          <p:nvPr/>
        </p:nvCxnSpPr>
        <p:spPr>
          <a:xfrm>
            <a:off x="5492043" y="6044887"/>
            <a:ext cx="0" cy="82586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102</Words>
  <Application>Microsoft Macintosh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Mishra, Nishant</cp:lastModifiedBy>
  <cp:revision>3</cp:revision>
  <dcterms:created xsi:type="dcterms:W3CDTF">2013-01-27T09:14:16Z</dcterms:created>
  <dcterms:modified xsi:type="dcterms:W3CDTF">2026-04-27T00:36:04Z</dcterms:modified>
  <cp:category/>
</cp:coreProperties>
</file>